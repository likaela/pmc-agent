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eb892ccd0b46f6" /><Relationship Type="http://schemas.openxmlformats.org/officeDocument/2006/relationships/extended-properties" Target="/docProps/app.xml" Id="R962c7521bf9941ff" /><Relationship Type="http://schemas.openxmlformats.org/officeDocument/2006/relationships/officeDocument" Target="/ppt/presentation.xml" Id="R163e0eac4a6f4b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1ff30294a4e47"/>
  </p:sldMasterIdLst>
  <p:notesMasterIdLst>
    <p:notesMasterId xmlns:r="http://schemas.openxmlformats.org/officeDocument/2006/relationships" r:id="Ra39b992b92fe4b9e"/>
  </p:notesMasterIdLst>
  <p:sldIdLst>
    <p:sldId xmlns:r="http://schemas.openxmlformats.org/officeDocument/2006/relationships" id="256" r:id="Rf40c7b54558d44e6"/>
    <p:sldId xmlns:r="http://schemas.openxmlformats.org/officeDocument/2006/relationships" id="257" r:id="R718c24f532fb4ca6"/>
    <p:sldId xmlns:r="http://schemas.openxmlformats.org/officeDocument/2006/relationships" id="258" r:id="R5856d20606d94a87"/>
    <p:sldId xmlns:r="http://schemas.openxmlformats.org/officeDocument/2006/relationships" id="259" r:id="R98ffd87dd9f04575"/>
    <p:sldId xmlns:r="http://schemas.openxmlformats.org/officeDocument/2006/relationships" id="260" r:id="R8de826ba4e3f42ed"/>
    <p:sldId xmlns:r="http://schemas.openxmlformats.org/officeDocument/2006/relationships" id="261" r:id="R6815e5c6a9774502"/>
    <p:sldId xmlns:r="http://schemas.openxmlformats.org/officeDocument/2006/relationships" id="262" r:id="Red45e07aca3e4cb0"/>
    <p:sldId xmlns:r="http://schemas.openxmlformats.org/officeDocument/2006/relationships" id="263" r:id="R4a43ead4ed014dd8"/>
    <p:sldId xmlns:r="http://schemas.openxmlformats.org/officeDocument/2006/relationships" id="264" r:id="R245cbbbfc5c94dcf"/>
    <p:sldId xmlns:r="http://schemas.openxmlformats.org/officeDocument/2006/relationships" id="265" r:id="R77c2b54b1609418d"/>
    <p:sldId xmlns:r="http://schemas.openxmlformats.org/officeDocument/2006/relationships" id="266" r:id="R8d78615b1bc84477"/>
    <p:sldId xmlns:r="http://schemas.openxmlformats.org/officeDocument/2006/relationships" id="267" r:id="Rebab54d96a364ea5"/>
    <p:sldId xmlns:r="http://schemas.openxmlformats.org/officeDocument/2006/relationships" id="268" r:id="Rc643f8c107754d07"/>
    <p:sldId xmlns:r="http://schemas.openxmlformats.org/officeDocument/2006/relationships" id="269" r:id="R8afd082070824b25"/>
    <p:sldId xmlns:r="http://schemas.openxmlformats.org/officeDocument/2006/relationships" id="270" r:id="Rf0a11b6d63fe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101de63d404f48" /><Relationship Type="http://schemas.openxmlformats.org/officeDocument/2006/relationships/slideMaster" Target="/ppt/slideMasters/slideMaster1.xml" Id="R86d1ff30294a4e47" /><Relationship Type="http://schemas.openxmlformats.org/officeDocument/2006/relationships/notesMaster" Target="/ppt/notesMasters/notesMaster1.xml" Id="Ra39b992b92fe4b9e" /><Relationship Type="http://schemas.openxmlformats.org/officeDocument/2006/relationships/presProps" Target="/ppt/presProps.xml" Id="R6c5cbaef92314cf4" /><Relationship Type="http://schemas.openxmlformats.org/officeDocument/2006/relationships/tableStyles" Target="/ppt/tableStyles.xml" Id="Rd1605579bf0a452e" /><Relationship Type="http://schemas.openxmlformats.org/officeDocument/2006/relationships/slide" Target="/ppt/slides/slide1.xml" Id="Rf40c7b54558d44e6" /><Relationship Type="http://schemas.openxmlformats.org/officeDocument/2006/relationships/slide" Target="/ppt/slides/slide2.xml" Id="R718c24f532fb4ca6" /><Relationship Type="http://schemas.openxmlformats.org/officeDocument/2006/relationships/slide" Target="/ppt/slides/slide3.xml" Id="R5856d20606d94a87" /><Relationship Type="http://schemas.openxmlformats.org/officeDocument/2006/relationships/slide" Target="/ppt/slides/slide4.xml" Id="R98ffd87dd9f04575" /><Relationship Type="http://schemas.openxmlformats.org/officeDocument/2006/relationships/slide" Target="/ppt/slides/slide5.xml" Id="R8de826ba4e3f42ed" /><Relationship Type="http://schemas.openxmlformats.org/officeDocument/2006/relationships/slide" Target="/ppt/slides/slide6.xml" Id="R6815e5c6a9774502" /><Relationship Type="http://schemas.openxmlformats.org/officeDocument/2006/relationships/slide" Target="/ppt/slides/slide7.xml" Id="Red45e07aca3e4cb0" /><Relationship Type="http://schemas.openxmlformats.org/officeDocument/2006/relationships/slide" Target="/ppt/slides/slide8.xml" Id="R4a43ead4ed014dd8" /><Relationship Type="http://schemas.openxmlformats.org/officeDocument/2006/relationships/slide" Target="/ppt/slides/slide9.xml" Id="R245cbbbfc5c94dcf" /><Relationship Type="http://schemas.openxmlformats.org/officeDocument/2006/relationships/slide" Target="/ppt/slides/slide10.xml" Id="R77c2b54b1609418d" /><Relationship Type="http://schemas.openxmlformats.org/officeDocument/2006/relationships/slide" Target="/ppt/slides/slide11.xml" Id="R8d78615b1bc84477" /><Relationship Type="http://schemas.openxmlformats.org/officeDocument/2006/relationships/slide" Target="/ppt/slides/slide12.xml" Id="Rebab54d96a364ea5" /><Relationship Type="http://schemas.openxmlformats.org/officeDocument/2006/relationships/slide" Target="/ppt/slides/slide13.xml" Id="Rc643f8c107754d07" /><Relationship Type="http://schemas.openxmlformats.org/officeDocument/2006/relationships/slide" Target="/ppt/slides/slide14.xml" Id="R8afd082070824b25" /><Relationship Type="http://schemas.openxmlformats.org/officeDocument/2006/relationships/slide" Target="/ppt/slides/slide15.xml" Id="Rf0a11b6d63fe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860a9d5f543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01386c80f4826" /><Relationship Type="http://schemas.openxmlformats.org/officeDocument/2006/relationships/notesMaster" Target="/ppt/notesMasters/notesMaster1.xml" Id="Rc3d3061dddff4b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572e7fe094bb6" /><Relationship Type="http://schemas.openxmlformats.org/officeDocument/2006/relationships/notesMaster" Target="/ppt/notesMasters/notesMaster1.xml" Id="Rd0001eaa710e4b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92ac0d4704f4e" /><Relationship Type="http://schemas.openxmlformats.org/officeDocument/2006/relationships/notesMaster" Target="/ppt/notesMasters/notesMaster1.xml" Id="Ra7e23c0fe1524b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26cb0055c4e63" /><Relationship Type="http://schemas.openxmlformats.org/officeDocument/2006/relationships/notesMaster" Target="/ppt/notesMasters/notesMaster1.xml" Id="R3d649362efb84c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4921feac9947c3" /><Relationship Type="http://schemas.openxmlformats.org/officeDocument/2006/relationships/notesMaster" Target="/ppt/notesMasters/notesMaster1.xml" Id="R38e749c09cd0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902ab39ea4961" /><Relationship Type="http://schemas.openxmlformats.org/officeDocument/2006/relationships/notesMaster" Target="/ppt/notesMasters/notesMaster1.xml" Id="Re3fbcb893d08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4af69a333d4a4b" /><Relationship Type="http://schemas.openxmlformats.org/officeDocument/2006/relationships/notesMaster" Target="/ppt/notesMasters/notesMaster1.xml" Id="R2699cb450f0c41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c96ac4cd3a4d2c" /><Relationship Type="http://schemas.openxmlformats.org/officeDocument/2006/relationships/notesMaster" Target="/ppt/notesMasters/notesMaster1.xml" Id="Rddee7abd39fa4e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3a95e42034dc1" /><Relationship Type="http://schemas.openxmlformats.org/officeDocument/2006/relationships/notesMaster" Target="/ppt/notesMasters/notesMaster1.xml" Id="R9431e435604e4d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56428b48342dc" /><Relationship Type="http://schemas.openxmlformats.org/officeDocument/2006/relationships/notesMaster" Target="/ppt/notesMasters/notesMaster1.xml" Id="R1036c740d0a548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422a8381f64c9f" /><Relationship Type="http://schemas.openxmlformats.org/officeDocument/2006/relationships/notesMaster" Target="/ppt/notesMasters/notesMaster1.xml" Id="Rfad5f8e62c3448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176d47489f4500" /><Relationship Type="http://schemas.openxmlformats.org/officeDocument/2006/relationships/notesMaster" Target="/ppt/notesMasters/notesMaster1.xml" Id="R983c2a1d692049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db20b3f27f4c37" /><Relationship Type="http://schemas.openxmlformats.org/officeDocument/2006/relationships/notesMaster" Target="/ppt/notesMasters/notesMaster1.xml" Id="Rb6a54fa4232e49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dd0fafa2834a6e" /><Relationship Type="http://schemas.openxmlformats.org/officeDocument/2006/relationships/notesMaster" Target="/ppt/notesMasters/notesMaster1.xml" Id="R40e6665f0c2845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e0bf3ac4de412c" /><Relationship Type="http://schemas.openxmlformats.org/officeDocument/2006/relationships/notesMaster" Target="/ppt/notesMasters/notesMaster1.xml" Id="Rdf35d45346d3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e953979b140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2892bed864c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25d5dfd5443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14e5d7e8241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3b7a1e0cb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ae8f679a6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F57E5-D60F-41FA-B3D2-1C2BD1766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268F80-9F8D-4BFF-A619-78691E2179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12722D-B1F5-4072-BDC2-605CE27C7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038C2B-47A5-4B84-A26B-7B65CD37F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861C45-EAF5-4116-9D6C-6AE58A55A7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E74ED2-1A51-4FF9-A8D8-F41B36076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3E7BE5-FE48-44C4-AA9D-D8F7B2796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02801A-0EFE-4824-ACD9-F21C4AAEFB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4963D5-F29E-4787-8FC4-1B82E38CF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CE1F0E-9EA0-4D65-97DE-D064C14FF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a82924b694616" /><Relationship Type="http://schemas.openxmlformats.org/officeDocument/2006/relationships/slideLayout" Target="/ppt/slideLayouts/slideLayout1.xml" Id="Rf9ed3eda57ca4482" /><Relationship Type="http://schemas.openxmlformats.org/officeDocument/2006/relationships/slideLayout" Target="/ppt/slideLayouts/slideLayout2.xml" Id="R00d8d5867c074378" /><Relationship Type="http://schemas.openxmlformats.org/officeDocument/2006/relationships/slideLayout" Target="/ppt/slideLayouts/slideLayout3.xml" Id="R9e026801e5284c68" /><Relationship Type="http://schemas.openxmlformats.org/officeDocument/2006/relationships/slideLayout" Target="/ppt/slideLayouts/slideLayout4.xml" Id="R8d88a22008804d28" /><Relationship Type="http://schemas.openxmlformats.org/officeDocument/2006/relationships/slideLayout" Target="/ppt/slideLayouts/slideLayout5.xml" Id="Re51cd360b09d4939" /><Relationship Type="http://schemas.openxmlformats.org/officeDocument/2006/relationships/slideLayout" Target="/ppt/slideLayouts/slideLayout6.xml" Id="R20f5e6b260d5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d3eda57ca4482"/>
    <p:sldLayoutId xmlns:r="http://schemas.openxmlformats.org/officeDocument/2006/relationships" id="2147483650" r:id="R00d8d5867c074378"/>
    <p:sldLayoutId xmlns:r="http://schemas.openxmlformats.org/officeDocument/2006/relationships" id="2147483651" r:id="R9e026801e5284c68"/>
    <p:sldLayoutId xmlns:r="http://schemas.openxmlformats.org/officeDocument/2006/relationships" id="2147483652" r:id="R8d88a22008804d28"/>
    <p:sldLayoutId xmlns:r="http://schemas.openxmlformats.org/officeDocument/2006/relationships" id="2147483653" r:id="Re51cd360b09d4939"/>
    <p:sldLayoutId xmlns:r="http://schemas.openxmlformats.org/officeDocument/2006/relationships" id="2147483654" r:id="R20f5e6b260d5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0696995da4a5f" /><Relationship Type="http://schemas.openxmlformats.org/officeDocument/2006/relationships/notesSlide" Target="/ppt/notesSlides/notesSlide1.xml" Id="Rdfb774c3bac145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aa54178a24882" /><Relationship Type="http://schemas.openxmlformats.org/officeDocument/2006/relationships/notesSlide" Target="/ppt/notesSlides/notesSlide2.xml" Id="R2670e5ec9e8b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fbd47d05d4e85" /><Relationship Type="http://schemas.openxmlformats.org/officeDocument/2006/relationships/notesSlide" Target="/ppt/notesSlides/notesSlide3.xml" Id="Rf1d01212047846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f7fd7f868448d" /><Relationship Type="http://schemas.openxmlformats.org/officeDocument/2006/relationships/notesSlide" Target="/ppt/notesSlides/notesSlide4.xml" Id="Rcd4da6aa0e7d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80ddb7c7c4ee6" /><Relationship Type="http://schemas.openxmlformats.org/officeDocument/2006/relationships/notesSlide" Target="/ppt/notesSlides/notesSlide5.xml" Id="R2fca23b55fb241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5eb5f57d249d7" /><Relationship Type="http://schemas.openxmlformats.org/officeDocument/2006/relationships/notesSlide" Target="/ppt/notesSlides/notesSlide6.xml" Id="R128bb590f813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6411e01c4496b" /><Relationship Type="http://schemas.openxmlformats.org/officeDocument/2006/relationships/notesSlide" Target="/ppt/notesSlides/notesSlide7.xml" Id="R291e1cac592c4f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f08f82eee4698" /><Relationship Type="http://schemas.openxmlformats.org/officeDocument/2006/relationships/notesSlide" Target="/ppt/notesSlides/notesSlide8.xml" Id="R6e88272f2d8146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aadacbeae430d" /><Relationship Type="http://schemas.openxmlformats.org/officeDocument/2006/relationships/notesSlide" Target="/ppt/notesSlides/notesSlide9.xml" Id="Rafc387fe5f0d4e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dad481d754fcb" /><Relationship Type="http://schemas.openxmlformats.org/officeDocument/2006/relationships/notesSlide" Target="/ppt/notesSlides/notesSlide10.xml" Id="Rf4f3ab17e6ac4f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cc18bf37b4c9f" /><Relationship Type="http://schemas.openxmlformats.org/officeDocument/2006/relationships/notesSlide" Target="/ppt/notesSlides/notesSlide11.xml" Id="Rfd7589272a4e4b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143a9cd4b4f78" /><Relationship Type="http://schemas.openxmlformats.org/officeDocument/2006/relationships/notesSlide" Target="/ppt/notesSlides/notesSlide12.xml" Id="R1b9780244cfe46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1714beb5f40e0" /><Relationship Type="http://schemas.openxmlformats.org/officeDocument/2006/relationships/image" Target="/ppt/media/image.jpeg" Id="R87679c54f01043cc" /><Relationship Type="http://schemas.openxmlformats.org/officeDocument/2006/relationships/notesSlide" Target="/ppt/notesSlides/notesSlide13.xml" Id="R8d805ebbdd7c40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01332a06b47de" /><Relationship Type="http://schemas.openxmlformats.org/officeDocument/2006/relationships/notesSlide" Target="/ppt/notesSlides/notesSlide14.xml" Id="R9cbe7ae3bd0649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827bed7844ea8" /><Relationship Type="http://schemas.openxmlformats.org/officeDocument/2006/relationships/notesSlide" Target="/ppt/notesSlides/notesSlide15.xml" Id="Rbd1d56f7c5aa45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D4B7C-1621-4067-9E8D-BBFA8CE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5E008-EE7A-40E7-96F0-3690A84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项目汇报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4CD33-E483-4A18-B0B8-C04A403E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智造 PMC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417B2-54B9-434D-9F80-68D56F4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A350-4C78-4F67-BE78-E2A169F9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面向制造企业的可追溽物料计划助手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452F7-0D63-4140-AA93-B82474C3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受控事实查询与确定性计算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979BE-D327-48B3-872C-106BFFD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研究背景及动机 · 模型方法 · 实验结果 · 结论与讨论</a:t>
            </a:r>
          </a:p>
        </p:txBody>
      </p:sp>
    </p:spTree>
    <p:extLst>
      <p:ext uri="{BB962C8B-B14F-4D97-AF65-F5344CB8AC3E}">
        <p14:creationId xmlns:p14="http://schemas.microsoft.com/office/powerpoint/2010/main" val="810420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A9A14-5548-4F2D-8908-DAC404E1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9A7F8-1B47-45BC-A67E-E6427F3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汇报结构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18885-754B-48B1-8316-94BB9E8F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99485-9D38-4596-AA45-5DA12655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C90B7-8CE6-4B5C-A11F-5F65470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01  研究背景及动机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BFF6-6396-4863-B899-FC40CA4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02  模型方法：六张流程图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20A7D-C7EE-430B-A4E5-561BBEA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03  实验结果与示例展示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27E8B-10C1-4B7D-8682-451FEFD3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04  结论与讨论</a:t>
            </a:r>
          </a:p>
        </p:txBody>
      </p:sp>
    </p:spTree>
    <p:extLst>
      <p:ext uri="{BB962C8B-B14F-4D97-AF65-F5344CB8AC3E}">
        <p14:creationId xmlns:p14="http://schemas.microsoft.com/office/powerpoint/2010/main" val="1436871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9A62B-D3A5-4204-9E7A-5A379A83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10B93-DE74-4529-9335-8BF59620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01  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24AE7-F7EC-44F2-9E62-A92387B1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01F63-45B6-46F9-86E6-E8EFF6A0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A9EE7-F952-4BE8-BB50-9B4568F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生产计划需要同时核对 BOM 版本、物料用量与库存来源。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CDFEF-ACDC-4AD9-9047-EBE30F02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自然语言回答若缺少事实依据，难以核查缺料原因。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51005-8C1A-48A6-9AAE-72FA1513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项目目标：让用户通过连续提问完成数量核对，并查看证据。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E6A43-B563-4BC5-8FB5-E8D5069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背景依据：项目需求与 README，未引入无来源行业统计。</a:t>
            </a:r>
          </a:p>
        </p:txBody>
      </p:sp>
    </p:spTree>
    <p:extLst>
      <p:ext uri="{BB962C8B-B14F-4D97-AF65-F5344CB8AC3E}">
        <p14:creationId xmlns:p14="http://schemas.microsoft.com/office/powerpoint/2010/main" val="1004384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C7DF-96A0-47B4-956A-FF987B9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D3F73-C9D2-4422-8814-E4D6BD81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BCAB0-818E-4244-A6DC-A2EE3FD5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Agent 的职责与方法边界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E93FE-C9A6-4AEA-A695-4AE78A40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C8B6B-399F-458E-8BFD-61205AA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Planner 理解任务，Context Resolver 补全有来源的条件。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14D90-392D-4F3E-9BC3-40D724F2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白名单工具访问事实，Python Service 计算业务数量。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1B69E-5D26-4FC5-872B-147ADC34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Evidence 保留结构化结果、来源与完整性，回答层校验事实。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E92EC-64EF-4057-B3BE-7159A0D6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开发环境可使用模型，隔离演示版采用规则理解与确定性表达。</a:t>
            </a:r>
          </a:p>
        </p:txBody>
      </p:sp>
    </p:spTree>
    <p:extLst>
      <p:ext uri="{BB962C8B-B14F-4D97-AF65-F5344CB8AC3E}">
        <p14:creationId xmlns:p14="http://schemas.microsoft.com/office/powerpoint/2010/main" val="2055132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A957-1B24-4E32-B4B5-2E5A476A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A505-5790-49E6-BD6B-5A4DA78E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F3A03-5A1A-4D73-9BE1-3779A458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4  受控事实导入流程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AE6D-3F91-48C8-982E-2157AF97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1DCEC-5D7B-4A55-8CB9-9D1C930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148F4-E1AE-49D1-958D-1060757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原始文件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字段映射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68B13-FDEC-4964-BD5F-1C24AFCF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19789-B3E4-41BA-8A45-FB4672A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9EB54-BC37-4517-895B-B76A171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预检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暂存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41225-10A6-443C-930C-1840160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1C800-E599-4BD2-B23C-81CCABF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B9D4C-86B4-4DBD-B4FF-5D51D0F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数据校验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B7AA2-23A7-4ACE-868E-0C1E7CE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1360E-A5C6-4D4C-ACF3-73365B0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0BABE-6351-4DA9-A99A-EBF83D7D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发布事实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版本绑定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6C857-16C9-437B-882B-4C72A1C3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845F6-0CD5-4114-816F-9C12FDF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52E92-0F00-4189-8EC3-0EED1A8D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来源审计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工具查询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E3055-EA59-4EB6-8E44-1140F14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Agent 不直接读取原始 BOM。校验失败不发布；未知库存不补零。当前主库存通过受控 Repository 读取，不能宣称实时 ERP 同步。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A3E66-618A-412D-A0EC-AF8A69E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代码依据：README.md；docs/fact_import.md</a:t>
            </a:r>
          </a:p>
        </p:txBody>
      </p:sp>
    </p:spTree>
    <p:extLst>
      <p:ext uri="{BB962C8B-B14F-4D97-AF65-F5344CB8AC3E}">
        <p14:creationId xmlns:p14="http://schemas.microsoft.com/office/powerpoint/2010/main" val="1007342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C0E61-371D-40CB-8CEB-8665269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9A1E3-A238-43A6-A248-4D50616D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F378D-8541-4F54-A199-E1A9E533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5  系统总览与职责分工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0C526-F5E1-4BD7-B8CC-30376D9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1ACE-840E-46FF-8674-F990AFD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971A5-A93F-4A2C-AA2F-F6E60A0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Vue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自然语言任务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60CFA-28A4-4A90-BC88-95B6EC41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23047-41C7-45F0-A849-A2ABB26A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FB2A3-9658-4339-B218-8E1CE43B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FastAPI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持久会话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B06EE-4F32-4CC4-969A-07FDB73A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64EDC-0C40-4436-95BC-56653262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3497D-FF2A-44E1-B129-C955F631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Planner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上下文解析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1A2C6-46B6-4034-83B8-2AB39BA7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6D69B-3986-4DE2-8AAA-FF51D31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E2E96-F9BF-453F-9070-3DEBC440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Tool Registry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受控计算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29071-CCF9-48D8-88EA-B170F4F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0E3C1-34B6-4D1C-AACE-7A1FBAE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695B3-C498-4D5E-AC77-3341977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Evidence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回答校验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3815E-0EE0-4AAE-B3A3-F257F93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主查询路径使用 Persistent Agent Service。原 LangGraph PMC 生产路径保留，两条路径不能混写成同一执行链。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C7B36-2CB4-4FA1-8ED7-36C1F2B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代码依据：README.md；agents/orchestrator.py</a:t>
            </a:r>
          </a:p>
        </p:txBody>
      </p:sp>
    </p:spTree>
    <p:extLst>
      <p:ext uri="{BB962C8B-B14F-4D97-AF65-F5344CB8AC3E}">
        <p14:creationId xmlns:p14="http://schemas.microsoft.com/office/powerpoint/2010/main" val="1951076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E2F7A-78F7-40E8-B92F-48C363C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BF827-DBCF-49DA-8CF1-AEFE4157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DB84-1243-476B-95F0-64B3383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6  问题规划与产品上下文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DA215-8CEF-4158-AC72-726C3016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9CEBD-78EB-4134-B9B5-92C225B5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D7F56-FDF7-410D-AB2D-B36691A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用户问题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明确编码优先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4579-9DAB-4598-8EF4-20683CDE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2893F-EC43-4728-94FB-D56D130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82051-CD51-4764-86E5-0472F7E9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目录解析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权限校验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C3FF7-D5ED-427B-80C9-87A8E73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50338-64F1-4412-991F-D4F26EC6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E59E3-4ECF-4909-A794-CD3F8B5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产品与范围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独立绑定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EF614-E2B0-4460-A985-53B7F5E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387FB-1A4D-49C9-BAAC-8206320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09623-15F8-4567-85F2-C37F828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补全参数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检查数量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A47BE-4BC4-4B35-9DCA-8DBB5F4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D96B9-5532-4B97-A39A-A899827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2A682-81F6-4F0B-B02E-4BAB87D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执行白名单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88172-23C2-42A0-8EA6-106DD227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多个候选先澄清，缺少相对数量基数先追问。产品切换清除旧任务数量；旧回答及证据仍绑定原产品与版本。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6E94E-16BC-4774-B629-1F06DE6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代码依据：agents/product_resolver.py；agents/context_resolver.py</a:t>
            </a:r>
          </a:p>
        </p:txBody>
      </p:sp>
    </p:spTree>
    <p:extLst>
      <p:ext uri="{BB962C8B-B14F-4D97-AF65-F5344CB8AC3E}">
        <p14:creationId xmlns:p14="http://schemas.microsoft.com/office/powerpoint/2010/main" val="639913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E2851-74A6-4630-8CB4-BB9D2007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12466-E015-4367-BFBA-AAC438DE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1C3C7-3718-402C-9689-E61B5174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7  物料需求与库存核对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6A44F-7BDD-40E2-B7D9-2994545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AF7E1-D1FA-4AC6-B014-04846932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56D3B-DC81-4314-9F10-4BAD5486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已发布 BOM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版本与单位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0B729-5540-4714-87AD-62D25EB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4DCDF-5354-4AA9-8383-6B4ACFD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7AA01-9CAB-4CEF-BEA3-D261A06E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多层展开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需求计算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1E881-B79B-4D88-BC4B-AD2F45B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C0056-AA72-4E61-B50A-33B9BDB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48865-E98C-4BA7-82F9-A3D6F42C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库存匹配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完整性检查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0C78-5472-4876-AC83-ACB59E17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0191F-600A-4883-854A-5B612A96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EFE52-9C4D-4371-AC6F-3583E201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齐套与缺料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数量边界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1CE2D-B19C-4C13-A4E7-15ED68E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B0A36-FF46-4BBB-9FA1-956FDA3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A58C2-3288-4EF8-A41A-BE275DC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采购建议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条件校验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326A0-D223-4D95-94B4-38FB78F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生产需求来自 BOM 用量与目标数量。库存记录缺失保持未知；数据和参数完整时才给出最大数量、采购数量或成本建议。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899F4-519E-4F89-B0D8-146BC956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代码依据：README.md；services/；docs/published_purchase_planning.md</a:t>
            </a:r>
          </a:p>
        </p:txBody>
      </p:sp>
    </p:spTree>
    <p:extLst>
      <p:ext uri="{BB962C8B-B14F-4D97-AF65-F5344CB8AC3E}">
        <p14:creationId xmlns:p14="http://schemas.microsoft.com/office/powerpoint/2010/main" val="1139260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A71F8-3409-4383-A205-833D2E08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B2FE5-E632-443D-BE8A-EDB62053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E1301-B284-4E6E-8BD4-7A7EA58D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8  证据校验与结果输出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1E49E-A379-45CF-90D7-C06BD2D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57D51-BD96-4DE8-AF29-A43EA4D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3BD3A-BEAA-4BB2-B698-0206F3A8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工具结果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来源和警告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8754B-67E7-4BCB-BDEC-FF8D43B6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AB5CA-C864-413E-B78F-2177CC24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CA195-6F74-4D91-892C-AB6F047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Evidence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结构化记录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EEA19-2A00-4EF9-9519-3D58468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AB44-2F3F-47AE-99DD-78B7CCC3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9870F-6414-4D6E-93B0-0D5E471C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事实一致性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输出校验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49C15-3A57-49C9-A88A-734FB93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0FA9D-5509-4809-8276-28AC89C0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A796F-D295-40B3-A97C-B8C319F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自然语言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业务解释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7E9E5-A610-4298-A3A9-D2D7BE7D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7CA78-6F85-48E4-A5D0-C4827C9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9DB23-6888-49BB-B50C-77372FEC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来源查询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历史保存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C79C6-E179-4A6D-842B-3CB5699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连接失败不伪造成功。模型失败可使用 Python 业务模板，事实与许可状态不改变。数量结果不能替代工单放行或交期承诺。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61693-791E-472D-A345-10E1F79B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代码依据：agents/evidence.py；agents/response_generator.py</a:t>
            </a:r>
          </a:p>
        </p:txBody>
      </p:sp>
    </p:spTree>
    <p:extLst>
      <p:ext uri="{BB962C8B-B14F-4D97-AF65-F5344CB8AC3E}">
        <p14:creationId xmlns:p14="http://schemas.microsoft.com/office/powerpoint/2010/main" val="355358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568AE-E995-4C07-B9B1-558C48E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DF645-12BE-46CC-9B2A-EBB36D36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02  模型方法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3AD19-CC10-4B90-B2E0-6C35615D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图 9  连续追问与证据复用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D4CFC-A89C-4071-A490-FAC1EFDF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3B54C-8967-4995-9BBD-11AA5FB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061AE-A44C-444D-B698-CF6DB50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上一轮结果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绑定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4864E-A90E-4CFC-A42F-9D8E133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CFB7-DF34-4DA6-A614-FE75402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A3B5-0B20-4F2B-ABD8-24BB9016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原因追问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核对任务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500DF-CD03-4A1A-B8C8-44BFCF9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B6B35-F94D-4710-99E2-0BD9061E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34656-EAAF-4FCA-9EB9-B0F495F4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产品数量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版本一致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749B8-F8D3-4E48-9090-6BA85FC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171A8-2A34-457E-A4B9-4C711FA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053A3-C685-42A8-B9C4-FCD64D94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复用证据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解释原因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1D044-1502-429E-8BB5-0F4E295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F73"/>
                </a:solidFill>
              </a:defRPr>
            </a:pPr>
            <a:r>
              <a:rPr sz="2250" b="0">
                <a:solidFill>
                  <a:srgbClr val="173F73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236DA-5EC2-48C1-ADFC-CE8087FE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790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5"/>
          </a:solidFill>
          <a:ln xmlns:a="http://schemas.openxmlformats.org/drawingml/2006/main" w="14288">
            <a:solidFill>
              <a:srgbClr val="173F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E6FD8-E6C4-464B-B97A-D6A49E5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562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新条件</a:t>
            </a:r>
          </a:p>
          <a:p xmlns:a="http://schemas.openxmlformats.org/drawingml/2006/main">
            <a:pPr>
              <a:defRPr sz="1800" b="1">
                <a:solidFill>
                  <a:srgbClr val="173F73"/>
                </a:solidFill>
              </a:defRPr>
            </a:pPr>
            <a:r>
              <a:rPr sz="1800" b="1">
                <a:solidFill>
                  <a:srgbClr val="173F73"/>
                </a:solidFill>
              </a:rPr>
              <a:t>重新计算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EE575-B3D5-455A-85D0-3DA3ADE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D2D42"/>
                </a:solidFill>
              </a:defRPr>
            </a:pPr>
            <a:r>
              <a:rPr sz="1950" b="0">
                <a:solidFill>
                  <a:srgbClr val="1D2D42"/>
                </a:solidFill>
              </a:rPr>
              <a:t>“为什么不行”复用同一任务的证据；数量或产品改变时重新解析和计算。刷新从服务端恢复历史，迟到响应不能覆盖新产品。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E7DE9-A0AC-4441-A763-AD3340F7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28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286"/>
                </a:solidFill>
              </a:defRPr>
            </a:pPr>
            <a:r>
              <a:rPr sz="1200" b="0">
                <a:solidFill>
                  <a:srgbClr val="607286"/>
                </a:solidFill>
              </a:rPr>
              <a:t>代码依据：docs/product_context_regression_report.md</a:t>
            </a:r>
          </a:p>
        </p:txBody>
      </p:sp>
    </p:spTree>
    <p:extLst>
      <p:ext uri="{BB962C8B-B14F-4D97-AF65-F5344CB8AC3E}">
        <p14:creationId xmlns:p14="http://schemas.microsoft.com/office/powerpoint/2010/main" val="2713440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D6FB9-BEB9-48CC-A962-50E0F4A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AE383-9278-457C-9174-415D0115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03  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66E5B-0F8E-435B-8A77-01FD7F5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合成 Demo 的数量边界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8192A-8A38-42DC-8331-81A808E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DB28D-E3F1-40E1-91CE-3B6E630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50 台与 75 台：验收记录为齐套。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A7056-21FF-43B3-AE7B-BBC051EA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76 台与 100 台：验收记录为不足，理论最大数量 75 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9C8E2-7C67-4A65-8FCD-E5834047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100 台：4 项采购建议，合成总成本 1560.00。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48A56-3CCF-4DF4-9414-B110998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以上来自 2026-10-11 项目验收记录，本次未重新执行实验。</a:t>
            </a:r>
          </a:p>
        </p:txBody>
      </p:sp>
    </p:spTree>
    <p:extLst>
      <p:ext uri="{BB962C8B-B14F-4D97-AF65-F5344CB8AC3E}">
        <p14:creationId xmlns:p14="http://schemas.microsoft.com/office/powerpoint/2010/main" val="696727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FF013-E78F-4BD5-912A-E0253ED0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24690-DAF6-4E75-BA33-240FBA9B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03  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A58EE-224D-41A1-9A89-77BADB6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交互与隔离验证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5A43-47C0-4259-80E6-EEFB817A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0828-12ED-4DEF-B80B-BC216BE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16 轮连续对话覆盖切换产品、原因追问、数量边界与恢复。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B048B-DBA1-49E3-93D2-AF1F007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历史记录：Python 1020 passed、1 skipped，前端 117 项通过。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3B770-ED87-4188-A6E7-BFA4839D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PostgreSQL 条件集成测试因环境未配置而跳过。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A5DF4-B787-4233-A262-2D10156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记录来源：docs/product_context_regression_report.md；不等于现场复测。</a:t>
            </a:r>
          </a:p>
        </p:txBody>
      </p:sp>
    </p:spTree>
    <p:extLst>
      <p:ext uri="{BB962C8B-B14F-4D97-AF65-F5344CB8AC3E}">
        <p14:creationId xmlns:p14="http://schemas.microsoft.com/office/powerpoint/2010/main" val="17170464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53930-0E8A-42B8-AADB-473C63F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7793B-0BEE-44C3-9587-D137267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03  示例展示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858BD-6666-47A7-95FE-0029A93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示例界面：物料不足与缺失信息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334C6-7BAE-45AB-A7AD-FA8A11FE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74065-99EB-445F-A89F-6DC5F1BE62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9c54f01043cc"/>
          <a:stretch xmlns:a="http://schemas.openxmlformats.org/drawingml/2006/main"/>
        </p:blipFill>
        <p:spPr>
          <a:xfrm xmlns:a="http://schemas.openxmlformats.org/drawingml/2006/main">
            <a:off x="1346310" y="1857375"/>
            <a:ext cx="578463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C7664-1606-4698-BF1B-F95EDCEA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8137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仓库既有实机截图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2026-09-30 固定数据前端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ABC-1000 示例：</a:t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主板缺口 200 件</a:t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其余库存未提供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用途：展示交互与未知状态</a:t>
            </a:r>
          </a:p>
          <a:p xmlns:a="http://schemas.openxmlformats.org/drawingml/2006/main">
            <a:pPr>
              <a:defRPr sz="1725" b="0">
                <a:solidFill>
                  <a:srgbClr val="1D2D42"/>
                </a:solidFill>
              </a:defRPr>
            </a:pPr>
            <a:r>
              <a:rPr sz="1725" b="0">
                <a:solidFill>
                  <a:srgbClr val="1D2D42"/>
                </a:solidFill>
              </a:rPr>
              <a:t>不作为当前 Demo 实验截图</a:t>
            </a:r>
          </a:p>
        </p:txBody>
      </p:sp>
    </p:spTree>
    <p:extLst>
      <p:ext uri="{BB962C8B-B14F-4D97-AF65-F5344CB8AC3E}">
        <p14:creationId xmlns:p14="http://schemas.microsoft.com/office/powerpoint/2010/main" val="280960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588B1-A248-43A8-80E0-89216F6F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290A8-DC82-452F-9353-CA36B39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04  结论与讨论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41896-E8ED-4C68-A3CD-E0CD6DC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结论与讨论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6B206-A657-4D91-81AD-17414184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72A5-4AFD-494E-8F14-B6AB0E8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项目将语言理解、受控事实与业务计算分离，支持来源追溯。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62EA5-298C-4E63-ADD3-F304082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连续追问复用已绑定证据，产品切换保留历史并隔离分析条件。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62F47-961D-459E-BC1B-E9774573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当前限制：库存非实时 ERP 同步，结果依赖数据完整性。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83F3E-C765-4093-8F2D-1D9ABDAD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下一步：现场复测 Demo，补充统一实验条件与真实流程截图。</a:t>
            </a:r>
          </a:p>
        </p:txBody>
      </p:sp>
    </p:spTree>
    <p:extLst>
      <p:ext uri="{BB962C8B-B14F-4D97-AF65-F5344CB8AC3E}">
        <p14:creationId xmlns:p14="http://schemas.microsoft.com/office/powerpoint/2010/main" val="20227407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8BF24-26A0-448E-A823-DC6EE165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3F73"/>
                </a:solidFill>
              </a:defRPr>
            </a:pPr>
            <a:r>
              <a:rPr sz="1350" b="1">
                <a:solidFill>
                  <a:srgbClr val="173F73"/>
                </a:solidFill>
              </a:rPr>
              <a:t>PMC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7384B-CF4D-423D-951A-BEBA7291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F73"/>
                </a:solidFill>
              </a:defRPr>
            </a:pPr>
            <a:r>
              <a:rPr sz="1350" b="0">
                <a:solidFill>
                  <a:srgbClr val="173F73"/>
                </a:solidFill>
              </a:rPr>
              <a:t>04  结论与讨论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6E16F-BD8A-411D-A4E1-3EC7AFE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F73"/>
                </a:solidFill>
              </a:defRPr>
            </a:pPr>
            <a:r>
              <a:rPr sz="2850" b="1">
                <a:solidFill>
                  <a:srgbClr val="173F73"/>
                </a:solidFill>
              </a:rPr>
              <a:t>待补展示材料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704A6-C4E9-46D6-9BA5-DB107F2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3F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F73"/>
                </a:solidFill>
              </a:defRPr>
            </a:pPr>
            <a:r>
              <a:rPr sz="1200" b="0">
                <a:solidFill>
                  <a:srgbClr val="173F7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AE6A0-7E3E-4D47-8B4A-DB453D82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当前版本 Demo 截图：100 台不足、原因追问、50 台齐套、来源展开。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C6583-5271-44C5-A0CF-D5E638A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正式实验配置：代码版本、模型/规则模式、硬件与数据版本。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4D905-9CD2-4523-AA6A-312727C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如需效果比较：人工流程或普通问答基线、任务集与评价口径。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4B0A5-3E1B-4DDC-8A5D-26DBD988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D2D42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D2D42"/>
                </a:solidFill>
              </a:defRPr>
            </a:pPr>
            <a:r>
              <a:rPr sz="2025" b="0">
                <a:solidFill>
                  <a:srgbClr val="1D2D42"/>
                </a:solidFill>
              </a:rPr>
              <a:t>汇报人和日期，以及是否需要校名校徽；赛事匿名版建议不放身份。</a:t>
            </a:r>
          </a:p>
        </p:txBody>
      </p:sp>
    </p:spTree>
    <p:extLst>
      <p:ext uri="{BB962C8B-B14F-4D97-AF65-F5344CB8AC3E}">
        <p14:creationId xmlns:p14="http://schemas.microsoft.com/office/powerpoint/2010/main" val="349805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2026-10-12T01:52:53.1170000Z</dcterms:created>
  <dcterms:modified xsi:type="dcterms:W3CDTF">2026-10-12T01:52:53.1170000Z</dcterms:modified>
</coreProperties>
</file>